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7FA"/>
                </a:solidFill>
              </a:defRPr>
            </a:pPr>
            <a:r>
              <a:t>SUPPLY CHAIN SALES &amp;</a:t>
            </a:r>
            <a:br/>
            <a:r>
              <a:t>INVENTORY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497FF"/>
                </a:solidFill>
              </a:defRPr>
            </a:pPr>
            <a:r>
              <a:t>Interactive Power BI Business Intelligence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30752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6C8"/>
                </a:solidFill>
              </a:defRPr>
            </a:pPr>
            <a:r>
              <a:t>Sales • Customers • Products • Suppliers • Purchase Orders • Inventory • Returns • Shipments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492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7FA"/>
                </a:solidFill>
              </a:defRPr>
            </a:pPr>
            <a:r>
              <a:t>Portfolio Project | Pranit Pawar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Purpose and business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52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Built an interactive Power BI solution to monitor the end-to-end supply-chain and commercial performance.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Combines sales orders, customers, products, suppliers, purchase orders, inventory, warehouses, shipments and returns.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Provides management visibility into revenue, profit, procurement cost, stock, warehouse capacity, customer performance and logistics.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Designed around four analytical areas: Main, Sales, Warehouse &amp; PO, and Return &amp; Shipment.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Why a centralized dashboard is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52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Sales, procurement, inventory, shipment and return data are often analyzed separately, making cross-functional decisions difficult.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Management needs a single view of revenue, profit, orders, purchasing cost, inventory and logistics performance.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Key questions include: Which customers and products drive sales? Which suppliers have the highest purchase cost? Where is inventory concentrated? What is the shipment status? Why are orders returned?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Goal: convert operational data into clear KPIs, trends and actionable business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Dimensional model supporting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4</a:t>
            </a:r>
          </a:p>
        </p:txBody>
      </p:sp>
      <p:pic>
        <p:nvPicPr>
          <p:cNvPr id="7" name="Picture 6" descr="Data Modeling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201400" cy="5349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5687568"/>
            <a:ext cx="10835640" cy="566928"/>
          </a:xfrm>
          <a:prstGeom prst="roundRect">
            <a:avLst/>
          </a:prstGeom>
          <a:solidFill>
            <a:srgbClr val="141D2B"/>
          </a:solidFill>
          <a:ln>
            <a:solidFill>
              <a:srgbClr val="2E4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788152"/>
            <a:ext cx="10469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5F7FA"/>
                </a:solidFill>
              </a:defRPr>
            </a:pPr>
            <a:r>
              <a:rPr b="1">
                <a:solidFill>
                  <a:srgbClr val="2497FF"/>
                </a:solidFill>
              </a:rPr>
              <a:t>Model observation: Dimension tables feed the main business fact tables through one-to-many relationships; Calendar supports time-based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6C8"/>
                </a:solidFill>
              </a:defRPr>
            </a:pPr>
            <a:r>
              <a:t>Supply Chain Sales &amp; Inventory Analytics | 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Data Model — Tables &amp;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Structure visible in the Power BI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52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F5F7FA"/>
                </a:solidFill>
              </a:defRPr>
            </a:pPr>
            <a:r>
              <a:t>Dimensions: dim_Suppliers, dim_Products, dim_Customers, dim_Warehouses and Calendar.</a:t>
            </a:r>
          </a:p>
          <a:p>
            <a:pPr>
              <a:spcAft>
                <a:spcPts val="1000"/>
              </a:spcAft>
              <a:defRPr sz="1450">
                <a:solidFill>
                  <a:srgbClr val="F5F7FA"/>
                </a:solidFill>
              </a:defRPr>
            </a:pPr>
            <a:r>
              <a:t>Fact tables: fact_Sales_Orders, fact_Purchase_Orders, fact_Inventory, fact_Shipments and fact_Returns.</a:t>
            </a:r>
          </a:p>
          <a:p>
            <a:pPr>
              <a:spcAft>
                <a:spcPts val="1000"/>
              </a:spcAft>
              <a:defRPr sz="1450">
                <a:solidFill>
                  <a:srgbClr val="F5F7FA"/>
                </a:solidFill>
              </a:defRPr>
            </a:pPr>
            <a:r>
              <a:t>Sales Orders connects customer and product information with order date, quantity, sales amount, discount and profit.</a:t>
            </a:r>
          </a:p>
          <a:p>
            <a:pPr>
              <a:spcAft>
                <a:spcPts val="1000"/>
              </a:spcAft>
              <a:defRPr sz="1450">
                <a:solidFill>
                  <a:srgbClr val="F5F7FA"/>
                </a:solidFill>
              </a:defRPr>
            </a:pPr>
            <a:r>
              <a:t>Purchase Orders connects supplier and product information with purchase cost, quantity and order status.</a:t>
            </a:r>
          </a:p>
          <a:p>
            <a:pPr>
              <a:spcAft>
                <a:spcPts val="1000"/>
              </a:spcAft>
              <a:defRPr sz="1450">
                <a:solidFill>
                  <a:srgbClr val="F5F7FA"/>
                </a:solidFill>
              </a:defRPr>
            </a:pPr>
            <a:r>
              <a:t>Inventory stores opening stock, received quantity, sold quantity, closing stock, reorder level and safety stock.</a:t>
            </a:r>
          </a:p>
          <a:p>
            <a:pPr>
              <a:spcAft>
                <a:spcPts val="1000"/>
              </a:spcAft>
              <a:defRPr sz="1450">
                <a:solidFill>
                  <a:srgbClr val="F5F7FA"/>
                </a:solidFill>
              </a:defRPr>
            </a:pPr>
            <a:r>
              <a:t>Shipments stores delivery/shipment dates, status, shipping cost, shipping mode and warehouse.</a:t>
            </a:r>
          </a:p>
          <a:p>
            <a:pPr>
              <a:spcAft>
                <a:spcPts val="1000"/>
              </a:spcAft>
              <a:defRPr sz="1450">
                <a:solidFill>
                  <a:srgbClr val="F5F7FA"/>
                </a:solidFill>
              </a:defRPr>
            </a:pPr>
            <a:r>
              <a:t>Returns stores refund amount, return date, return quantity and return reason.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01 | Main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Executive view of sales, profit, orders and procurement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6</a:t>
            </a:r>
          </a:p>
        </p:txBody>
      </p:sp>
      <p:pic>
        <p:nvPicPr>
          <p:cNvPr id="7" name="Picture 6" descr="Main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201400" cy="5230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5687568"/>
            <a:ext cx="10835640" cy="566928"/>
          </a:xfrm>
          <a:prstGeom prst="roundRect">
            <a:avLst/>
          </a:prstGeom>
          <a:solidFill>
            <a:srgbClr val="141D2B"/>
          </a:solidFill>
          <a:ln>
            <a:solidFill>
              <a:srgbClr val="2E4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788152"/>
            <a:ext cx="10469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5F7FA"/>
                </a:solidFill>
              </a:defRPr>
            </a:pPr>
            <a:r>
              <a:rPr b="1">
                <a:solidFill>
                  <a:srgbClr val="2497FF"/>
                </a:solidFill>
              </a:rPr>
              <a:t>Purpose: Monitor overall business performance and compare sales/profit with purchasing and geographic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6C8"/>
                </a:solidFill>
              </a:defRPr>
            </a:pPr>
            <a:r>
              <a:t>Supply Chain Sales &amp; Inventory Analytics | Power 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Main Dashboard — KPI &amp; Visual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What each visual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52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KPIs: Total Sales, Total Orders, Total PO, Total Profit and Purchase Cost.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Sales &amp; Profit Trend by Month: tracks monthly revenue and profit movement.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Purchase Cost by Supplier / Country: identifies where procurement spend is concentrated.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Sales by Region / Customer City: geographic view of sales distribution.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Top 5 Sales by Supplier: highlights suppliers associated with the highest sales contribution.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Top 5 Sales by Warehouse: compares sales performance across warehouses.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Year, Month and City slicers enable interactive filtering.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02 | Sales &amp; Product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Customer, product, city and category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8</a:t>
            </a:r>
          </a:p>
        </p:txBody>
      </p:sp>
      <p:pic>
        <p:nvPicPr>
          <p:cNvPr id="7" name="Picture 6" descr="Sales &amp; Produc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201400" cy="51937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5687568"/>
            <a:ext cx="10835640" cy="566928"/>
          </a:xfrm>
          <a:prstGeom prst="roundRect">
            <a:avLst/>
          </a:prstGeom>
          <a:solidFill>
            <a:srgbClr val="141D2B"/>
          </a:solidFill>
          <a:ln>
            <a:solidFill>
              <a:srgbClr val="2E4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788152"/>
            <a:ext cx="10469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5F7FA"/>
                </a:solidFill>
              </a:defRPr>
            </a:pPr>
            <a:r>
              <a:rPr b="1">
                <a:solidFill>
                  <a:srgbClr val="2497FF"/>
                </a:solidFill>
              </a:rPr>
              <a:t>Purpose: Understand who buys, what sells, where sales occur and how categories contribute to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6C8"/>
                </a:solidFill>
              </a:defRPr>
            </a:pPr>
            <a:r>
              <a:t>Supply Chain Sales &amp; Inventory Analytics | Power BI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Sales &amp; Product — Business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Customer and product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52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KPIs: Total Sales, Total Discount, Total Units Sold, Total Customers and Average Order Value.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Top 10 Customers: identifies the highest-value customer accounts.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Sales by City: compares geographic revenue performance.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Sales by Category: shows category contribution using a treemap.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Top 5 Sales Products: identifies products generating the highest sales.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These visuals support customer prioritization, product strategy and regional sales planning.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03 | Warehouse &amp; Purchase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Procurement, stock and warehouse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10</a:t>
            </a:r>
          </a:p>
        </p:txBody>
      </p:sp>
      <p:pic>
        <p:nvPicPr>
          <p:cNvPr id="7" name="Picture 6" descr="Werehouse &amp; 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201400" cy="51937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5687568"/>
            <a:ext cx="10835640" cy="566928"/>
          </a:xfrm>
          <a:prstGeom prst="roundRect">
            <a:avLst/>
          </a:prstGeom>
          <a:solidFill>
            <a:srgbClr val="141D2B"/>
          </a:solidFill>
          <a:ln>
            <a:solidFill>
              <a:srgbClr val="2E4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788152"/>
            <a:ext cx="10469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5F7FA"/>
                </a:solidFill>
              </a:defRPr>
            </a:pPr>
            <a:r>
              <a:rPr b="1">
                <a:solidFill>
                  <a:srgbClr val="2497FF"/>
                </a:solidFill>
              </a:rPr>
              <a:t>Purpose: Track procurement volume, warehouse capacity, supplier rating and inventory position.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6C8"/>
                </a:solidFill>
              </a:defRPr>
            </a:pPr>
            <a:r>
              <a:t>Supply Chain Sales &amp; Inventory Analytics | Power BI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Warehouse &amp; PO — Business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Procurement and inventory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52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KPIs: Total PO, Total WH, Inventory Value, Total Capacity and Supplier Rating.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PO Status: monitors completed, pending, partially received and cancelled purchase orders.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Top 5 PO Suppliers: identifies suppliers with the highest purchase-order volume.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Closing Stock Trend: monitors month-wise stock movement.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Warehouse Stock Status: compares opening stock, received quantity, sold quantity, closing stock, reorder level and safety stock.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Business value: supports purchasing decisions, stock planning, supplier evaluation and warehouse capacity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04 | Returns &amp; Shipments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Logistics, delivery and return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7</a:t>
            </a:r>
          </a:p>
        </p:txBody>
      </p:sp>
      <p:pic>
        <p:nvPicPr>
          <p:cNvPr id="7" name="Picture 6" descr="Return &amp; Ship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201400" cy="5166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5687568"/>
            <a:ext cx="10835640" cy="566928"/>
          </a:xfrm>
          <a:prstGeom prst="roundRect">
            <a:avLst/>
          </a:prstGeom>
          <a:solidFill>
            <a:srgbClr val="141D2B"/>
          </a:solidFill>
          <a:ln>
            <a:solidFill>
              <a:srgbClr val="2E4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788152"/>
            <a:ext cx="10469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5F7FA"/>
                </a:solidFill>
              </a:defRPr>
            </a:pPr>
            <a:r>
              <a:rPr b="1">
                <a:solidFill>
                  <a:srgbClr val="2497FF"/>
                </a:solidFill>
              </a:rPr>
              <a:t>Purpose: Understand shipment status, return reasons, monthly return trend and shipping mode usage.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6C8"/>
                </a:solidFill>
              </a:defRPr>
            </a:pPr>
            <a:r>
              <a:t>Supply Chain Sales &amp; Inventory Analytics | Power BI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Returns &amp; Shipments — Business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Logistics performance and customer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52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KPIs: Total Return, Order Quantity, Total Refund, Total Shipment and Shipment Cost.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Orders Return Reason: identifies why orders are returned, including quality, delivery, wrong item, defective, damaged, not required and size issues.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Shipment Status: compares Delivered, In Transit, Delayed and Cancelled shipments.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Orders Return Trend by Month: tracks return volume over time.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Shipping Mode: compares Road, Air, Rail and Sea shipment usage.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Business value: helps improve delivery reliability, reduce avoidable returns and control logistics cost.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Key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Insights supported by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52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Sales performance can be monitored against profit and purchasing cost to understand commercial efficiency.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Customer and product rankings identify the accounts and products that contribute most to revenue.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Supplier and country procurement analysis highlights where purchasing spend is concentrated.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Warehouse analysis shows stock position and helps identify inventory levels relative to reorder and safety stock.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Shipment status provides visibility into delivered, in-transit, delayed and cancelled orders.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Return-reason analysis can reveal recurring quality, delivery or product issues.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Shipping-mode analysis supports logistics planning and cost optimization.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Actions management can 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52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Prioritize high-value customers and products while developing underperforming segments.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Review supplier performance, purchase cost and supplier ratings before increasing procurement volume.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Use reorder level and safety stock to reduce stock-out risk while avoiding excess inventory.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Investigate delayed and cancelled shipments and improve logistics planning.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Analyze repeated return reasons and address quality, packaging, product-information or delivery issues.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Compare shipment modes by cost and service performance to improve logistics efficiency.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Review sales and profit together rather than revenue alone when evaluating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Skills demonstrated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52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Power BI — interactive dashboard development, navigation and business reporting.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Power Query — data cleaning, transformation and preparation.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DAX — KPI calculations, time analysis, sales/profit, inventory, shipment and return metrics.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Data Modeling — dimensional model with business dimensions and fact tables.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Visualization — KPI cards, line charts, bar charts, donut/pie charts, treemap, tables and maps.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Business Analysis — sales, procurement, inventory, logistics, customer and product performance.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Resume-Ready Project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Professional portfolio wording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52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• Developed an interactive Power BI dashboard to analyze sales, customers, products, suppliers, purchase orders, inventory, returns and shipments.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• Built a dimensional data model and DAX-driven KPIs for revenue, profit, orders, purchase cost, inventory value, shipment cost, refunds and customer performance.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• Created interactive analysis for sales trends, top customers/products, supplier procurement, warehouse stock, shipment status and return reasons.</a:t>
            </a:r>
          </a:p>
          <a:p>
            <a:pPr>
              <a:spcAft>
                <a:spcPts val="1000"/>
              </a:spcAft>
              <a:defRPr sz="1550">
                <a:solidFill>
                  <a:srgbClr val="F5F7FA"/>
                </a:solidFill>
              </a:defRPr>
            </a:pPr>
            <a:r>
              <a:t>• Delivered business insights to support inventory planning, supplier evaluation, customer prioritization, logistics optimization and return reduction.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Recommended GitHub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Professional portfolio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652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Repository name: Supply-Chain-Sales-Inventory-Analytics-PowerBI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README.md — project overview, business problem, dashboard, insights and recommendations.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PowerBI/ — .pbix report file.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Dataset/ — source dataset, only if it is safe and permitted to publish.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Dashboard_Screenshots/ — Main, Sales &amp; Product, Warehouse &amp; PO, Return &amp; Shipment and Data Model images.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Documentation/ — Project Overview, Data Model, Data Cleaning, DAX Measures and Business Insights.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Presentation/ — project presentation PPT.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Important: remove confidential or company-sensitive data before making the repository public.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Project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68680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6C8"/>
                </a:solidFill>
              </a:defRPr>
            </a:pPr>
            <a:r>
              <a:t>From operational data to business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38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497FF"/>
                </a:solidFill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52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This project provides a connected view of the supply-chain lifecycle: Sales → Procurement → Inventory → Shipment → Returns.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It helps management monitor revenue, profitability, purchasing cost, stock, warehouse operations, customer performance and logistics.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The dashboard demonstrates practical Power BI, DAX, Power Query, data modeling and business-analysis skills.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Overall outcome: a centralized BI solution that turns operational data into measurable business insights.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497FF"/>
                </a:solidFill>
              </a:defRPr>
            </a:pPr>
            <a:r>
              <a:t>THANK YOU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